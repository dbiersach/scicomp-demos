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1143" r:id="rId2"/>
    <p:sldId id="1114" r:id="rId3"/>
    <p:sldId id="1152" r:id="rId4"/>
    <p:sldId id="1153" r:id="rId5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3500" y="1163638"/>
            <a:ext cx="4191000" cy="3144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9" tIns="45559" rIns="91119" bIns="4555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1981"/>
            <a:ext cx="5486400" cy="3667652"/>
          </a:xfrm>
          <a:prstGeom prst="rect">
            <a:avLst/>
          </a:prstGeom>
        </p:spPr>
        <p:txBody>
          <a:bodyPr vert="horz" lIns="91119" tIns="45559" rIns="91119" bIns="4555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dbiersach@bnl.gov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C2B5E5-FA39-488F-AB21-780CCEC962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8595" y="3116578"/>
            <a:ext cx="2055976" cy="1002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022AA9-25C0-416F-AD81-E38CA0BC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00" y="4895616"/>
            <a:ext cx="2191062" cy="1643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DDF2C-2EBB-45B4-B100-C878037706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83" y="899099"/>
            <a:ext cx="2127777" cy="1409652"/>
          </a:xfrm>
          <a:prstGeom prst="rect">
            <a:avLst/>
          </a:prstGeom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64800" y="5517122"/>
            <a:ext cx="2643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Dave Biersach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dbiersach@bnl.gov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7647" y="899099"/>
            <a:ext cx="2653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Scientific Computing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Demonstrations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1886" y="3916225"/>
            <a:ext cx="248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Inventory of Labs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318A7-1014-4E9C-BBB9-5D54D96586CD}"/>
              </a:ext>
            </a:extLst>
          </p:cNvPr>
          <p:cNvSpPr txBox="1"/>
          <p:nvPr/>
        </p:nvSpPr>
        <p:spPr>
          <a:xfrm>
            <a:off x="6391478" y="2470473"/>
            <a:ext cx="2190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Python on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Microcontroller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 Sensors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880B61-F5EE-49B8-AD9E-106E0D8FB1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23" y="4886637"/>
            <a:ext cx="1923894" cy="1726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B1C5A1-5BD1-4443-93C5-C732C9ED75D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2267" y="2978305"/>
            <a:ext cx="1569869" cy="1569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67B1E9-59CF-411C-A0FE-26DFB409C7F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1644" y="724782"/>
            <a:ext cx="3524434" cy="1879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A59CA-97D4-4D85-9359-08EF416FD86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6294" y="2810269"/>
            <a:ext cx="1093475" cy="1923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9FEA8-F51B-430D-AC12-93C534C517F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1995" y="4915158"/>
            <a:ext cx="832702" cy="17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Scientific Computing Demonstrations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970"/>
            <a:ext cx="4040786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Continued Fractions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Monte Carlo Methods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Factoring Polynomials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Linear Algebra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Complex Algebra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Number Theory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Encryption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Infinite Series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Probability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2B9C69-977E-4EC9-83B0-34605CFC1584}"/>
              </a:ext>
            </a:extLst>
          </p:cNvPr>
          <p:cNvSpPr txBox="1">
            <a:spLocks/>
          </p:cNvSpPr>
          <p:nvPr/>
        </p:nvSpPr>
        <p:spPr>
          <a:xfrm>
            <a:off x="4745949" y="2057970"/>
            <a:ext cx="404078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2D Graphics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3D Graphics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Calculus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Curve Fitting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Machine Learning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Dynamical Systems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Digital Logic Circuits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Laser Transceivers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Fourier Analysis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16B40-C707-4A6C-9E68-1EA7466F35B0}"/>
              </a:ext>
            </a:extLst>
          </p:cNvPr>
          <p:cNvSpPr txBox="1"/>
          <p:nvPr/>
        </p:nvSpPr>
        <p:spPr>
          <a:xfrm>
            <a:off x="2683240" y="1401580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Mathematics Labs</a:t>
            </a:r>
          </a:p>
        </p:txBody>
      </p:sp>
    </p:spTree>
    <p:extLst>
      <p:ext uri="{BB962C8B-B14F-4D97-AF65-F5344CB8AC3E}">
        <p14:creationId xmlns:p14="http://schemas.microsoft.com/office/powerpoint/2010/main" val="137334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Scientific Computing Demonstrations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970"/>
            <a:ext cx="4040786" cy="19278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Jenga Blocks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Scramble Squares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2D Mazes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Connect Four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Card Shuffling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16B40-C707-4A6C-9E68-1EA7466F35B0}"/>
              </a:ext>
            </a:extLst>
          </p:cNvPr>
          <p:cNvSpPr txBox="1"/>
          <p:nvPr/>
        </p:nvSpPr>
        <p:spPr>
          <a:xfrm>
            <a:off x="760283" y="1468581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Puzzle Labs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FADF82-1DFD-436D-8ACF-521A19A0D116}"/>
              </a:ext>
            </a:extLst>
          </p:cNvPr>
          <p:cNvSpPr txBox="1">
            <a:spLocks/>
          </p:cNvSpPr>
          <p:nvPr/>
        </p:nvSpPr>
        <p:spPr>
          <a:xfrm>
            <a:off x="4669436" y="2057970"/>
            <a:ext cx="4040786" cy="1927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Stoichiometry (Redox)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Absolute Zero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Fuel Cell Efficiency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Titration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DF682-958A-4C26-AE9E-963C638D888E}"/>
              </a:ext>
            </a:extLst>
          </p:cNvPr>
          <p:cNvSpPr txBox="1"/>
          <p:nvPr/>
        </p:nvSpPr>
        <p:spPr>
          <a:xfrm>
            <a:off x="4801069" y="1468581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Chemistry Labs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D0091E-1867-48A7-BFB5-EDD71662A83D}"/>
              </a:ext>
            </a:extLst>
          </p:cNvPr>
          <p:cNvSpPr txBox="1">
            <a:spLocks/>
          </p:cNvSpPr>
          <p:nvPr/>
        </p:nvSpPr>
        <p:spPr>
          <a:xfrm>
            <a:off x="4801069" y="4575160"/>
            <a:ext cx="4040786" cy="2018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Homologs &amp; ORF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Mendelian Genetics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Lotka-Volterra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Epidemiology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5FDC2-A80B-4F85-8BA2-32249EF4860A}"/>
              </a:ext>
            </a:extLst>
          </p:cNvPr>
          <p:cNvSpPr txBox="1"/>
          <p:nvPr/>
        </p:nvSpPr>
        <p:spPr>
          <a:xfrm>
            <a:off x="4932702" y="3985771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Biology Labs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433F17-99FC-433B-9237-2977A519E1A0}"/>
              </a:ext>
            </a:extLst>
          </p:cNvPr>
          <p:cNvSpPr txBox="1">
            <a:spLocks/>
          </p:cNvSpPr>
          <p:nvPr/>
        </p:nvSpPr>
        <p:spPr>
          <a:xfrm>
            <a:off x="628650" y="5164550"/>
            <a:ext cx="4040786" cy="792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Contour Interpolation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7597E-D3E1-478C-A7B9-80260DC8D7F8}"/>
              </a:ext>
            </a:extLst>
          </p:cNvPr>
          <p:cNvSpPr txBox="1"/>
          <p:nvPr/>
        </p:nvSpPr>
        <p:spPr>
          <a:xfrm>
            <a:off x="760283" y="4575160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Earth Science Labs</a:t>
            </a:r>
          </a:p>
        </p:txBody>
      </p:sp>
    </p:spTree>
    <p:extLst>
      <p:ext uri="{BB962C8B-B14F-4D97-AF65-F5344CB8AC3E}">
        <p14:creationId xmlns:p14="http://schemas.microsoft.com/office/powerpoint/2010/main" val="306704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Scientific Computing Demonstrations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2057970"/>
            <a:ext cx="4400551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Pendulums (SHM)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Wilberforce Pendulum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Hooke's Law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KE/PE Transformation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Ohm's Law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DAC / ADC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Force Sensitive Resistors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Pulse Width Modulation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Free Fall (9-DOF)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2B9C69-977E-4EC9-83B0-34605CFC1584}"/>
              </a:ext>
            </a:extLst>
          </p:cNvPr>
          <p:cNvSpPr txBox="1">
            <a:spLocks/>
          </p:cNvSpPr>
          <p:nvPr/>
        </p:nvSpPr>
        <p:spPr>
          <a:xfrm>
            <a:off x="4745949" y="2057970"/>
            <a:ext cx="404078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Geiger Counter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Spectrophotometry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RC Circuits (Decay)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Newtonian Gravitation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Maxwell's Laws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Lab – Biot-Savart Law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Entropy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Quantum Mechanics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Lab – General Relativity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16B40-C707-4A6C-9E68-1EA7466F35B0}"/>
              </a:ext>
            </a:extLst>
          </p:cNvPr>
          <p:cNvSpPr txBox="1"/>
          <p:nvPr/>
        </p:nvSpPr>
        <p:spPr>
          <a:xfrm>
            <a:off x="2683240" y="1401580"/>
            <a:ext cx="377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Physics Labs</a:t>
            </a:r>
          </a:p>
        </p:txBody>
      </p:sp>
    </p:spTree>
    <p:extLst>
      <p:ext uri="{BB962C8B-B14F-4D97-AF65-F5344CB8AC3E}">
        <p14:creationId xmlns:p14="http://schemas.microsoft.com/office/powerpoint/2010/main" val="224583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7275</TotalTime>
  <Words>257</Words>
  <Application>Microsoft Office PowerPoint</Application>
  <PresentationFormat>On-screen Show (4:3)</PresentationFormat>
  <Paragraphs>69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Scientific Computing Demonstrations</vt:lpstr>
      <vt:lpstr>Scientific Computing Demonstrations</vt:lpstr>
      <vt:lpstr>Scientific Computing Demonstrations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953</cp:revision>
  <cp:lastPrinted>2021-12-30T01:45:44Z</cp:lastPrinted>
  <dcterms:created xsi:type="dcterms:W3CDTF">2014-09-21T17:58:26Z</dcterms:created>
  <dcterms:modified xsi:type="dcterms:W3CDTF">2022-03-04T04:23:29Z</dcterms:modified>
</cp:coreProperties>
</file>